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61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ECAF3-3C1D-456F-B2EE-1932651157D8}" v="12" dt="2026-01-19T11:02:48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oor kiran" userId="b8fcd1393736fb46" providerId="LiveId" clId="{90B8C267-A97E-4A14-B9EF-4BDB63CB1AEF}"/>
    <pc:docChg chg="undo custSel addSld delSld modSld sldOrd">
      <pc:chgData name="tanoor kiran" userId="b8fcd1393736fb46" providerId="LiveId" clId="{90B8C267-A97E-4A14-B9EF-4BDB63CB1AEF}" dt="2026-01-19T12:49:24.999" v="141" actId="20577"/>
      <pc:docMkLst>
        <pc:docMk/>
      </pc:docMkLst>
      <pc:sldChg chg="modSp del mod">
        <pc:chgData name="tanoor kiran" userId="b8fcd1393736fb46" providerId="LiveId" clId="{90B8C267-A97E-4A14-B9EF-4BDB63CB1AEF}" dt="2026-01-19T10:47:20.016" v="1" actId="2696"/>
        <pc:sldMkLst>
          <pc:docMk/>
          <pc:sldMk cId="4240985180" sldId="258"/>
        </pc:sldMkLst>
        <pc:spChg chg="mod">
          <ac:chgData name="tanoor kiran" userId="b8fcd1393736fb46" providerId="LiveId" clId="{90B8C267-A97E-4A14-B9EF-4BDB63CB1AEF}" dt="2026-01-19T10:47:14.794" v="0" actId="20577"/>
          <ac:spMkLst>
            <pc:docMk/>
            <pc:sldMk cId="4240985180" sldId="258"/>
            <ac:spMk id="2" creationId="{6B9881DF-1CE4-A5CB-2D97-F00B335FB9CC}"/>
          </ac:spMkLst>
        </pc:spChg>
      </pc:sldChg>
      <pc:sldChg chg="del">
        <pc:chgData name="tanoor kiran" userId="b8fcd1393736fb46" providerId="LiveId" clId="{90B8C267-A97E-4A14-B9EF-4BDB63CB1AEF}" dt="2026-01-19T10:47:23.536" v="2" actId="2696"/>
        <pc:sldMkLst>
          <pc:docMk/>
          <pc:sldMk cId="1020921607" sldId="259"/>
        </pc:sldMkLst>
      </pc:sldChg>
      <pc:sldChg chg="del">
        <pc:chgData name="tanoor kiran" userId="b8fcd1393736fb46" providerId="LiveId" clId="{90B8C267-A97E-4A14-B9EF-4BDB63CB1AEF}" dt="2026-01-19T10:47:31.331" v="3" actId="2696"/>
        <pc:sldMkLst>
          <pc:docMk/>
          <pc:sldMk cId="3452084602" sldId="260"/>
        </pc:sldMkLst>
      </pc:sldChg>
      <pc:sldChg chg="modSp mod">
        <pc:chgData name="tanoor kiran" userId="b8fcd1393736fb46" providerId="LiveId" clId="{90B8C267-A97E-4A14-B9EF-4BDB63CB1AEF}" dt="2026-01-19T12:45:41.881" v="140" actId="5793"/>
        <pc:sldMkLst>
          <pc:docMk/>
          <pc:sldMk cId="2176936537" sldId="261"/>
        </pc:sldMkLst>
        <pc:spChg chg="mod">
          <ac:chgData name="tanoor kiran" userId="b8fcd1393736fb46" providerId="LiveId" clId="{90B8C267-A97E-4A14-B9EF-4BDB63CB1AEF}" dt="2026-01-19T12:45:41.881" v="140" actId="5793"/>
          <ac:spMkLst>
            <pc:docMk/>
            <pc:sldMk cId="2176936537" sldId="261"/>
            <ac:spMk id="3" creationId="{0A55BA72-164C-DAED-F7EB-AB3FF2C35D08}"/>
          </ac:spMkLst>
        </pc:spChg>
      </pc:sldChg>
      <pc:sldChg chg="del">
        <pc:chgData name="tanoor kiran" userId="b8fcd1393736fb46" providerId="LiveId" clId="{90B8C267-A97E-4A14-B9EF-4BDB63CB1AEF}" dt="2026-01-19T10:48:11.976" v="4" actId="2696"/>
        <pc:sldMkLst>
          <pc:docMk/>
          <pc:sldMk cId="476696881" sldId="262"/>
        </pc:sldMkLst>
      </pc:sldChg>
      <pc:sldChg chg="modSp mod">
        <pc:chgData name="tanoor kiran" userId="b8fcd1393736fb46" providerId="LiveId" clId="{90B8C267-A97E-4A14-B9EF-4BDB63CB1AEF}" dt="2026-01-19T12:45:08.159" v="139" actId="20577"/>
        <pc:sldMkLst>
          <pc:docMk/>
          <pc:sldMk cId="198945810" sldId="263"/>
        </pc:sldMkLst>
        <pc:spChg chg="mod">
          <ac:chgData name="tanoor kiran" userId="b8fcd1393736fb46" providerId="LiveId" clId="{90B8C267-A97E-4A14-B9EF-4BDB63CB1AEF}" dt="2026-01-19T12:45:08.159" v="139" actId="20577"/>
          <ac:spMkLst>
            <pc:docMk/>
            <pc:sldMk cId="198945810" sldId="263"/>
            <ac:spMk id="3" creationId="{0A1CCCA5-FAC6-FB81-3E51-6FBE72F64B70}"/>
          </ac:spMkLst>
        </pc:spChg>
      </pc:sldChg>
      <pc:sldChg chg="modSp new mod">
        <pc:chgData name="tanoor kiran" userId="b8fcd1393736fb46" providerId="LiveId" clId="{90B8C267-A97E-4A14-B9EF-4BDB63CB1AEF}" dt="2026-01-19T12:49:24.999" v="141" actId="20577"/>
        <pc:sldMkLst>
          <pc:docMk/>
          <pc:sldMk cId="672451955" sldId="267"/>
        </pc:sldMkLst>
        <pc:spChg chg="mod">
          <ac:chgData name="tanoor kiran" userId="b8fcd1393736fb46" providerId="LiveId" clId="{90B8C267-A97E-4A14-B9EF-4BDB63CB1AEF}" dt="2026-01-19T12:49:24.999" v="141" actId="20577"/>
          <ac:spMkLst>
            <pc:docMk/>
            <pc:sldMk cId="672451955" sldId="267"/>
            <ac:spMk id="2" creationId="{059156EC-7139-DFA0-15E8-989DCCB22B82}"/>
          </ac:spMkLst>
        </pc:spChg>
        <pc:spChg chg="mod">
          <ac:chgData name="tanoor kiran" userId="b8fcd1393736fb46" providerId="LiveId" clId="{90B8C267-A97E-4A14-B9EF-4BDB63CB1AEF}" dt="2026-01-19T10:50:44.432" v="19" actId="5793"/>
          <ac:spMkLst>
            <pc:docMk/>
            <pc:sldMk cId="672451955" sldId="267"/>
            <ac:spMk id="3" creationId="{F351802A-588D-7A96-582B-5FF7990E89C1}"/>
          </ac:spMkLst>
        </pc:spChg>
      </pc:sldChg>
      <pc:sldChg chg="modSp new mod">
        <pc:chgData name="tanoor kiran" userId="b8fcd1393736fb46" providerId="LiveId" clId="{90B8C267-A97E-4A14-B9EF-4BDB63CB1AEF}" dt="2026-01-19T10:52:34.658" v="32" actId="113"/>
        <pc:sldMkLst>
          <pc:docMk/>
          <pc:sldMk cId="519756771" sldId="268"/>
        </pc:sldMkLst>
        <pc:spChg chg="mod">
          <ac:chgData name="tanoor kiran" userId="b8fcd1393736fb46" providerId="LiveId" clId="{90B8C267-A97E-4A14-B9EF-4BDB63CB1AEF}" dt="2026-01-19T10:51:44.015" v="25" actId="1076"/>
          <ac:spMkLst>
            <pc:docMk/>
            <pc:sldMk cId="519756771" sldId="268"/>
            <ac:spMk id="2" creationId="{7576ACEA-86DA-46FC-C72C-192741825854}"/>
          </ac:spMkLst>
        </pc:spChg>
        <pc:spChg chg="mod">
          <ac:chgData name="tanoor kiran" userId="b8fcd1393736fb46" providerId="LiveId" clId="{90B8C267-A97E-4A14-B9EF-4BDB63CB1AEF}" dt="2026-01-19T10:52:34.658" v="32" actId="113"/>
          <ac:spMkLst>
            <pc:docMk/>
            <pc:sldMk cId="519756771" sldId="268"/>
            <ac:spMk id="3" creationId="{EFB92315-D2A1-4129-40C3-39CD411C4422}"/>
          </ac:spMkLst>
        </pc:spChg>
      </pc:sldChg>
      <pc:sldChg chg="modSp new mod">
        <pc:chgData name="tanoor kiran" userId="b8fcd1393736fb46" providerId="LiveId" clId="{90B8C267-A97E-4A14-B9EF-4BDB63CB1AEF}" dt="2026-01-19T10:54:53.552" v="74" actId="2711"/>
        <pc:sldMkLst>
          <pc:docMk/>
          <pc:sldMk cId="1471949511" sldId="269"/>
        </pc:sldMkLst>
        <pc:spChg chg="mod">
          <ac:chgData name="tanoor kiran" userId="b8fcd1393736fb46" providerId="LiveId" clId="{90B8C267-A97E-4A14-B9EF-4BDB63CB1AEF}" dt="2026-01-19T10:53:49.968" v="66" actId="113"/>
          <ac:spMkLst>
            <pc:docMk/>
            <pc:sldMk cId="1471949511" sldId="269"/>
            <ac:spMk id="2" creationId="{D4F04725-BE53-97A8-A3F6-4281AAE0C2EA}"/>
          </ac:spMkLst>
        </pc:spChg>
        <pc:spChg chg="mod">
          <ac:chgData name="tanoor kiran" userId="b8fcd1393736fb46" providerId="LiveId" clId="{90B8C267-A97E-4A14-B9EF-4BDB63CB1AEF}" dt="2026-01-19T10:54:53.552" v="74" actId="2711"/>
          <ac:spMkLst>
            <pc:docMk/>
            <pc:sldMk cId="1471949511" sldId="269"/>
            <ac:spMk id="3" creationId="{DA8F776F-EE3B-F3A0-7511-CA6F2798A478}"/>
          </ac:spMkLst>
        </pc:spChg>
      </pc:sldChg>
      <pc:sldChg chg="modSp new mod">
        <pc:chgData name="tanoor kiran" userId="b8fcd1393736fb46" providerId="LiveId" clId="{90B8C267-A97E-4A14-B9EF-4BDB63CB1AEF}" dt="2026-01-19T10:56:53.267" v="91" actId="2711"/>
        <pc:sldMkLst>
          <pc:docMk/>
          <pc:sldMk cId="3745289168" sldId="270"/>
        </pc:sldMkLst>
        <pc:spChg chg="mod">
          <ac:chgData name="tanoor kiran" userId="b8fcd1393736fb46" providerId="LiveId" clId="{90B8C267-A97E-4A14-B9EF-4BDB63CB1AEF}" dt="2026-01-19T10:55:49.719" v="80" actId="1076"/>
          <ac:spMkLst>
            <pc:docMk/>
            <pc:sldMk cId="3745289168" sldId="270"/>
            <ac:spMk id="2" creationId="{DEA20596-8C9D-4DA0-3A85-5032BA99CFD3}"/>
          </ac:spMkLst>
        </pc:spChg>
        <pc:spChg chg="mod">
          <ac:chgData name="tanoor kiran" userId="b8fcd1393736fb46" providerId="LiveId" clId="{90B8C267-A97E-4A14-B9EF-4BDB63CB1AEF}" dt="2026-01-19T10:56:53.267" v="91" actId="2711"/>
          <ac:spMkLst>
            <pc:docMk/>
            <pc:sldMk cId="3745289168" sldId="270"/>
            <ac:spMk id="3" creationId="{938A56C1-D24A-169F-B018-ACFDB72DE24E}"/>
          </ac:spMkLst>
        </pc:spChg>
      </pc:sldChg>
      <pc:sldChg chg="new del">
        <pc:chgData name="tanoor kiran" userId="b8fcd1393736fb46" providerId="LiveId" clId="{90B8C267-A97E-4A14-B9EF-4BDB63CB1AEF}" dt="2026-01-19T10:57:35.442" v="93" actId="2696"/>
        <pc:sldMkLst>
          <pc:docMk/>
          <pc:sldMk cId="337760622" sldId="271"/>
        </pc:sldMkLst>
      </pc:sldChg>
      <pc:sldChg chg="addSp modSp new mod ord">
        <pc:chgData name="tanoor kiran" userId="b8fcd1393736fb46" providerId="LiveId" clId="{90B8C267-A97E-4A14-B9EF-4BDB63CB1AEF}" dt="2026-01-19T11:00:02.213" v="119"/>
        <pc:sldMkLst>
          <pc:docMk/>
          <pc:sldMk cId="1386339222" sldId="271"/>
        </pc:sldMkLst>
        <pc:spChg chg="add mod">
          <ac:chgData name="tanoor kiran" userId="b8fcd1393736fb46" providerId="LiveId" clId="{90B8C267-A97E-4A14-B9EF-4BDB63CB1AEF}" dt="2026-01-19T10:59:42.060" v="116" actId="1076"/>
          <ac:spMkLst>
            <pc:docMk/>
            <pc:sldMk cId="1386339222" sldId="271"/>
            <ac:spMk id="3" creationId="{24FC2AA3-A9EE-313C-448D-A5D5AF8510E8}"/>
          </ac:spMkLst>
        </pc:spChg>
        <pc:spChg chg="add mod">
          <ac:chgData name="tanoor kiran" userId="b8fcd1393736fb46" providerId="LiveId" clId="{90B8C267-A97E-4A14-B9EF-4BDB63CB1AEF}" dt="2026-01-19T10:59:48.568" v="117" actId="1076"/>
          <ac:spMkLst>
            <pc:docMk/>
            <pc:sldMk cId="1386339222" sldId="271"/>
            <ac:spMk id="5" creationId="{879567CC-0807-0DDB-EB40-F9F877DD0077}"/>
          </ac:spMkLst>
        </pc:spChg>
      </pc:sldChg>
      <pc:sldChg chg="new del">
        <pc:chgData name="tanoor kiran" userId="b8fcd1393736fb46" providerId="LiveId" clId="{90B8C267-A97E-4A14-B9EF-4BDB63CB1AEF}" dt="2026-01-19T11:02:03.408" v="121" actId="2696"/>
        <pc:sldMkLst>
          <pc:docMk/>
          <pc:sldMk cId="1125922401" sldId="272"/>
        </pc:sldMkLst>
      </pc:sldChg>
      <pc:sldChg chg="modSp new mod">
        <pc:chgData name="tanoor kiran" userId="b8fcd1393736fb46" providerId="LiveId" clId="{90B8C267-A97E-4A14-B9EF-4BDB63CB1AEF}" dt="2026-01-19T11:03:29.902" v="134" actId="1076"/>
        <pc:sldMkLst>
          <pc:docMk/>
          <pc:sldMk cId="1357167739" sldId="272"/>
        </pc:sldMkLst>
        <pc:spChg chg="mod">
          <ac:chgData name="tanoor kiran" userId="b8fcd1393736fb46" providerId="LiveId" clId="{90B8C267-A97E-4A14-B9EF-4BDB63CB1AEF}" dt="2026-01-19T11:02:35.712" v="127" actId="1076"/>
          <ac:spMkLst>
            <pc:docMk/>
            <pc:sldMk cId="1357167739" sldId="272"/>
            <ac:spMk id="2" creationId="{CD396FB9-E71F-7CF2-A4D8-FF7D8FB86C69}"/>
          </ac:spMkLst>
        </pc:spChg>
        <pc:spChg chg="mod">
          <ac:chgData name="tanoor kiran" userId="b8fcd1393736fb46" providerId="LiveId" clId="{90B8C267-A97E-4A14-B9EF-4BDB63CB1AEF}" dt="2026-01-19T11:03:29.902" v="134" actId="1076"/>
          <ac:spMkLst>
            <pc:docMk/>
            <pc:sldMk cId="1357167739" sldId="272"/>
            <ac:spMk id="3" creationId="{6A08617F-9AD8-05C0-7871-B3403F5C50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86F2-B40B-AAE3-2644-2597A8EC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284" y="3150450"/>
            <a:ext cx="10940716" cy="977621"/>
          </a:xfrm>
        </p:spPr>
        <p:txBody>
          <a:bodyPr>
            <a:no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Intelligent Inventory Management System</a:t>
            </a:r>
            <a:br>
              <a:rPr lang="en-IN" sz="2600" b="1" dirty="0"/>
            </a:br>
            <a:br>
              <a:rPr lang="en-IN" sz="2600" dirty="0"/>
            </a:b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8E8D3-103D-DDD7-96D1-EEE76B9B9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9" y="4670694"/>
            <a:ext cx="3340763" cy="977621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Tanoor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kiran</a:t>
            </a:r>
          </a:p>
        </p:txBody>
      </p:sp>
    </p:spTree>
    <p:extLst>
      <p:ext uri="{BB962C8B-B14F-4D97-AF65-F5344CB8AC3E}">
        <p14:creationId xmlns:p14="http://schemas.microsoft.com/office/powerpoint/2010/main" val="311478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BF66-3FAE-A9A1-6708-19B40ACF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“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6772-3871-E1EB-02C1-2156BFE20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Inventory + Automation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inventory intelligently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tracking stock, sales, purchases, suppliers, and products.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avoids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stock-out/overstock issues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ensures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inventory control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reflects the system’s goal: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 intelligent platform to automate and optimize inventory operations.”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03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E3D3-0225-3976-DCF6-DF0080CE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082" y="142053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CCA5-FAC6-FB81-3E51-6FBE72F6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281617" cy="32974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Login, token generation, role validation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/ Inventory Management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Add, update, remove items, manage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stock levels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Alerts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Low stock, expiry alerts, fast/slow moving items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Analytics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Charts, predictions, insights</a:t>
            </a:r>
          </a:p>
        </p:txBody>
      </p:sp>
    </p:spTree>
    <p:extLst>
      <p:ext uri="{BB962C8B-B14F-4D97-AF65-F5344CB8AC3E}">
        <p14:creationId xmlns:p14="http://schemas.microsoft.com/office/powerpoint/2010/main" val="19894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EA5C-04C2-7850-0C30-C03FC02B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1.Authentication Module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BA72-164C-DAED-F7EB-AB3FF2C35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Authentication Module?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first and most important module of the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log in and access the inventory dashboard.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verifies: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 (admin/user)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correct authentication, the system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access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93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DE3F-0ABA-E408-3F16-F9D4D662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743" y="1391655"/>
            <a:ext cx="9603275" cy="754774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1BF38-93F4-7D52-0042-7E3E85695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stores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fields like: username, password, email, role.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record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database.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2.AuthController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login or registration.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endpoints: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/login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/register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input from the user and sends it to the service layer.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06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E6DE2-F801-7A54-F6B8-D919F191DFAC}"/>
              </a:ext>
            </a:extLst>
          </p:cNvPr>
          <p:cNvSpPr txBox="1"/>
          <p:nvPr/>
        </p:nvSpPr>
        <p:spPr>
          <a:xfrm>
            <a:off x="1164657" y="317634"/>
            <a:ext cx="123861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3.AuthService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authentication logic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user exists, verifies password, handles errors.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repository to fetch user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success or failure responses.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JwtProvider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tokens (JSON Web Tokens)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successful login.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help identify the user during future requests.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methods to: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token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token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username from token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5.UserRepository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CRUD operations: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user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user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user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get user details.</a:t>
            </a:r>
          </a:p>
        </p:txBody>
      </p:sp>
    </p:spTree>
    <p:extLst>
      <p:ext uri="{BB962C8B-B14F-4D97-AF65-F5344CB8AC3E}">
        <p14:creationId xmlns:p14="http://schemas.microsoft.com/office/powerpoint/2010/main" val="399550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56EC-7139-DFA0-15E8-989DCCB2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8176"/>
            <a:ext cx="9603275" cy="104923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1802A-588D-7A96-582B-5FF7990E8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product details efficiently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available stock quantity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inventory after sales or purchases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and reliable inventory data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 mismatch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smooth business operations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5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ACEA-86DA-46FC-C72C-19274182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3490"/>
            <a:ext cx="9603275" cy="104923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KEY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2315-D2A1-4129-40C3-39CD411C4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Entity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Product data model with SKU, quantity, price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REST endpoints for product operations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logic for inventory management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Database queries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Logs stock movements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756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4725-BE53-97A8-A3F6-4281AAE0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4376"/>
            <a:ext cx="9603275" cy="104923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ALERT MANAGEMENT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F776F-EE3B-F3A0-7511-CA6F2798A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product stock levels continuously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low stock situations automatically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stock-out and business disruption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timely inventory decisions</a:t>
            </a:r>
          </a:p>
        </p:txBody>
      </p:sp>
    </p:spTree>
    <p:extLst>
      <p:ext uri="{BB962C8B-B14F-4D97-AF65-F5344CB8AC3E}">
        <p14:creationId xmlns:p14="http://schemas.microsoft.com/office/powerpoint/2010/main" val="1471949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0596-8C9D-4DA0-3A85-5032BA99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KEY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A56C1-D24A-169F-B018-ACFDB72D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Checks for low stock conditions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Sends alerts via email/dashboard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Entity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Stores alert records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AlertRepository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Database operations for alerts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 FLOW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Update → Check Minimum Level → Alert Triggered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28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C2AA3-A9EE-313C-448D-A5D5AF8510E8}"/>
              </a:ext>
            </a:extLst>
          </p:cNvPr>
          <p:cNvSpPr txBox="1"/>
          <p:nvPr/>
        </p:nvSpPr>
        <p:spPr>
          <a:xfrm>
            <a:off x="1491343" y="881744"/>
            <a:ext cx="42889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checkLowStock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product.minStockLevel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NotificationService.sendAlert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567CC-0807-0DDB-EB40-F9F877DD0077}"/>
              </a:ext>
            </a:extLst>
          </p:cNvPr>
          <p:cNvSpPr txBox="1"/>
          <p:nvPr/>
        </p:nvSpPr>
        <p:spPr>
          <a:xfrm>
            <a:off x="7252608" y="881744"/>
            <a:ext cx="4493078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sendAlert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show dashboard alert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send email or SMS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138633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6FB9-E71F-7CF2-A4D8-FF7D8FB8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244" y="1391655"/>
            <a:ext cx="9603275" cy="104923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617F-9AD8-05C0-7871-B3403F5C5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244" y="2146976"/>
            <a:ext cx="9603275" cy="3450613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ensures security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module manages stock efficiently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system prevents business loss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improves maintainability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167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89882-0C11-4BFC-841B-C273B45D24BA}"/>
              </a:ext>
            </a:extLst>
          </p:cNvPr>
          <p:cNvSpPr txBox="1"/>
          <p:nvPr/>
        </p:nvSpPr>
        <p:spPr>
          <a:xfrm>
            <a:off x="4263991" y="2598003"/>
            <a:ext cx="6102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 !!!</a:t>
            </a:r>
          </a:p>
        </p:txBody>
      </p:sp>
    </p:spTree>
    <p:extLst>
      <p:ext uri="{BB962C8B-B14F-4D97-AF65-F5344CB8AC3E}">
        <p14:creationId xmlns:p14="http://schemas.microsoft.com/office/powerpoint/2010/main" val="28049261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163</TotalTime>
  <Words>588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INVENTRA – Intelligent Inventory Management System  </vt:lpstr>
      <vt:lpstr>Meaning of “Inventra” </vt:lpstr>
      <vt:lpstr>Modules</vt:lpstr>
      <vt:lpstr>1.Authentication Module</vt:lpstr>
      <vt:lpstr>classes</vt:lpstr>
      <vt:lpstr>PowerPoint Presentation</vt:lpstr>
      <vt:lpstr>MODULE 2 – INVENTORY MANAGEMENT</vt:lpstr>
      <vt:lpstr>MODULE 2 – KEY CLASSES</vt:lpstr>
      <vt:lpstr>MODULE 3: ALERT MANAGEMENT SYSTEM</vt:lpstr>
      <vt:lpstr>MODULE 3 – KEY CLASSES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22K81A12J2 kiran</dc:creator>
  <cp:lastModifiedBy>tanoor kiran</cp:lastModifiedBy>
  <cp:revision>5</cp:revision>
  <dcterms:created xsi:type="dcterms:W3CDTF">2025-12-04T12:18:39Z</dcterms:created>
  <dcterms:modified xsi:type="dcterms:W3CDTF">2026-01-19T12:49:33Z</dcterms:modified>
</cp:coreProperties>
</file>