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541E6-02DC-9729-D1BD-A9FD18282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747" y="1655046"/>
            <a:ext cx="11969253" cy="2541431"/>
          </a:xfrm>
        </p:spPr>
        <p:txBody>
          <a:bodyPr>
            <a:normAutofit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Intelligent Inventory Management System</a:t>
            </a:r>
            <a:br>
              <a:rPr lang="en-IN" sz="2700" b="1" dirty="0"/>
            </a:br>
            <a:br>
              <a:rPr lang="en-IN" sz="2700" dirty="0"/>
            </a:br>
            <a:endParaRPr lang="en-IN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71F24-04BE-76D6-51D5-BF9E847CB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62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5291-0632-AC26-31F2-F948EA07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3698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C91B6-14FD-3CF4-69D9-F7016A8FC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User Registration &amp; Login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Product/Inventory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Stock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Classes &amp;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Pseudocode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35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84EB-B92E-836F-91C0-E8720901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205572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84B2-869C-CEB3-4C60-5C962C0B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Authentication Module</a:t>
            </a:r>
            <a:r>
              <a:rPr lang="en-US" dirty="0"/>
              <a:t> is the </a:t>
            </a:r>
            <a:r>
              <a:rPr lang="en-US" b="1" dirty="0"/>
              <a:t>foundation of the </a:t>
            </a:r>
            <a:r>
              <a:rPr lang="en-US" b="1" dirty="0" err="1"/>
              <a:t>Inventra</a:t>
            </a:r>
            <a:r>
              <a:rPr lang="en-US" b="1" dirty="0"/>
              <a:t> – Intelligent Inventory Management System</a:t>
            </a:r>
            <a:r>
              <a:rPr lang="en-US" dirty="0"/>
              <a:t>. It ensures that </a:t>
            </a:r>
            <a:r>
              <a:rPr lang="en-US" b="1" dirty="0"/>
              <a:t>only authorized users</a:t>
            </a:r>
            <a:r>
              <a:rPr lang="en-US" dirty="0"/>
              <a:t> can access the system and perform actions based on their roles.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(Sign-Up)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(Sign-In) with JWT Tokens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Forgot Password Recovery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Functionality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18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E1A2-73E9-1787-651D-E3234E63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91655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CLASSES - AUTHENTICATION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6FDC-FD36-4589-A0D2-4EEBB1A38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authentication HTTP requests.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authentication business logic.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user data model.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database operations.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JWTUtility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and verifies JWT tokens.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authentication-related emails.</a:t>
            </a:r>
          </a:p>
        </p:txBody>
      </p:sp>
    </p:spTree>
    <p:extLst>
      <p:ext uri="{BB962C8B-B14F-4D97-AF65-F5344CB8AC3E}">
        <p14:creationId xmlns:p14="http://schemas.microsoft.com/office/powerpoint/2010/main" val="75519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5B9A-0CF4-2C8F-FAFB-FFE4DE47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283491"/>
            <a:ext cx="9603275" cy="1049235"/>
          </a:xfrm>
        </p:spPr>
        <p:txBody>
          <a:bodyPr>
            <a:no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 – PSEUDOCODE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80E4-5FEE-7E6F-2BE3-0AA4DB599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85103"/>
            <a:ext cx="10760940" cy="4483039"/>
          </a:xfrm>
        </p:spPr>
        <p:txBody>
          <a:bodyPr>
            <a:norm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Sign-Up (Register User)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signup(request)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request data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result =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AuthService.registerUser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RETURN result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 marL="0" indent="0">
              <a:lnSpc>
                <a:spcPct val="60000"/>
              </a:lnSpc>
              <a:spcBef>
                <a:spcPts val="60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600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sends signup details</a:t>
            </a:r>
          </a:p>
          <a:p>
            <a:pPr lvl="0">
              <a:lnSpc>
                <a:spcPct val="600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forwards request to service</a:t>
            </a:r>
          </a:p>
          <a:p>
            <a:pPr lvl="0">
              <a:lnSpc>
                <a:spcPct val="600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does not validate business rules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95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91E60-2EE4-FFD6-98BC-782DF50933E5}"/>
              </a:ext>
            </a:extLst>
          </p:cNvPr>
          <p:cNvSpPr txBox="1"/>
          <p:nvPr/>
        </p:nvSpPr>
        <p:spPr>
          <a:xfrm>
            <a:off x="566057" y="152400"/>
            <a:ext cx="1121228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Sign-Up Service Implementation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registerUser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existingUser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UserRepository.findByUsername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existingUser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exists RETURN "User already exists"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encrypt(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userDetails.password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newUser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create User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newUser.username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userDetails.username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newUser.password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newUser.email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userDetails.email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UserRepository.save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newUser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RETURN "Signup successful"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username already exists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password for security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user object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user in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success message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3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6C8F0-2B56-51F5-4BC0-104349789CA0}"/>
              </a:ext>
            </a:extLst>
          </p:cNvPr>
          <p:cNvSpPr txBox="1"/>
          <p:nvPr/>
        </p:nvSpPr>
        <p:spPr>
          <a:xfrm>
            <a:off x="666750" y="258554"/>
            <a:ext cx="99141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Sign-In (Login User) – Controller</a:t>
            </a:r>
          </a:p>
          <a:p>
            <a:pPr algn="l"/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username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request.username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password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request.password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token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AuthService.authenticate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RETURN token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499600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A61E5C-FA6F-1F47-1BF4-4D2C0676AC85}"/>
              </a:ext>
            </a:extLst>
          </p:cNvPr>
          <p:cNvSpPr txBox="1"/>
          <p:nvPr/>
        </p:nvSpPr>
        <p:spPr>
          <a:xfrm>
            <a:off x="500743" y="304800"/>
            <a:ext cx="865142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Sign-In Service Implementation</a:t>
            </a:r>
          </a:p>
          <a:p>
            <a:pPr algn="l"/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authenticate(username, password)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user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UserRepository.findByUsername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(username)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user does not exist RETURN "Invalid username"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password matches encrypted password THEN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token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JWTUtility.generateToken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(user)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RETURN token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ELSE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RETURN "Invalid password"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END IF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username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password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JWT token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used for future authorization</a:t>
            </a:r>
          </a:p>
          <a:p>
            <a:pPr algn="l">
              <a:buNone/>
            </a:pP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5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9A2214-B016-3216-D247-271D4D6271BD}"/>
              </a:ext>
            </a:extLst>
          </p:cNvPr>
          <p:cNvSpPr txBox="1"/>
          <p:nvPr/>
        </p:nvSpPr>
        <p:spPr>
          <a:xfrm>
            <a:off x="579663" y="335927"/>
            <a:ext cx="9903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Forgot Password - Service Logic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processForgotPassword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user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UserRepository.findByEmail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user does not exist RETURN "Email not registered"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generateResetToken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save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user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EmailService.sendResetLink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(email,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RETURN "Password reset link sent"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4206328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F33905-FFBA-8296-B032-C936AF65BAB4}"/>
              </a:ext>
            </a:extLst>
          </p:cNvPr>
          <p:cNvSpPr txBox="1"/>
          <p:nvPr/>
        </p:nvSpPr>
        <p:spPr>
          <a:xfrm>
            <a:off x="547008" y="553641"/>
            <a:ext cx="61014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 Implementation</a:t>
            </a:r>
          </a:p>
          <a:p>
            <a:pPr algn="l"/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user = find user by reset token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token invalid or expired RETURN "Invalid token"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encrypt(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user.password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clear reset token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save user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RETURN "Password reset successful"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99182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43C3-F067-0F7F-971A-4DE6EDA2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05262"/>
            <a:ext cx="9603275" cy="104923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Flow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E7FD1-308D-087D-CD9C-79FE54F3B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053488"/>
            <a:ext cx="9604375" cy="3374912"/>
          </a:xfrm>
        </p:spPr>
      </p:pic>
    </p:spTree>
    <p:extLst>
      <p:ext uri="{BB962C8B-B14F-4D97-AF65-F5344CB8AC3E}">
        <p14:creationId xmlns:p14="http://schemas.microsoft.com/office/powerpoint/2010/main" val="336359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CFDB-FABF-8D28-B0B7-22DCD51E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Product/Inventory Management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A2D4C-11BE-5682-441F-BC979F59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operational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 It is responsible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tracking, updating, and managing stock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products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stock-in and stock-out operations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duplicate items using SKU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minimum stock levels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59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CD401-6715-43FC-FEB2-42EBDAB6318A}"/>
              </a:ext>
            </a:extLst>
          </p:cNvPr>
          <p:cNvSpPr txBox="1"/>
          <p:nvPr/>
        </p:nvSpPr>
        <p:spPr>
          <a:xfrm>
            <a:off x="1012371" y="500742"/>
            <a:ext cx="714919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Class - Entity Model</a:t>
            </a:r>
          </a:p>
          <a:p>
            <a:endParaRPr lang="en-I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Product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(Unique - prevents duplicates)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name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category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supplier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unitPrice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stockQuantity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minStockLevel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uniqueness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stockQuantity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frequently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minStockLevel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alerts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1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62B164-5CC3-E9C5-9954-53EDD7100E6B}"/>
              </a:ext>
            </a:extLst>
          </p:cNvPr>
          <p:cNvSpPr txBox="1"/>
          <p:nvPr/>
        </p:nvSpPr>
        <p:spPr>
          <a:xfrm>
            <a:off x="1058636" y="721965"/>
            <a:ext cx="61014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Main Operations</a:t>
            </a:r>
          </a:p>
          <a:p>
            <a:pPr>
              <a:buNone/>
            </a:pPr>
            <a:endParaRPr lang="en-I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ProductService.addProduct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stockIn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ProductService.increaseStock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ProductService.decreaseStock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UI requests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work to service layer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touch database directly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761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35449-7C41-A0F9-B3E5-25B17BC30287}"/>
              </a:ext>
            </a:extLst>
          </p:cNvPr>
          <p:cNvSpPr txBox="1"/>
          <p:nvPr/>
        </p:nvSpPr>
        <p:spPr>
          <a:xfrm>
            <a:off x="710294" y="330079"/>
            <a:ext cx="61014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Add Product Logic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ProductRepository.findBySku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exists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RETURN "Product already exists"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newProduct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create Product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newProduct.sku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productData.sku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newProduct.name = productData.name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newProduct.unitPrice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productData.unitPrice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newProduct.stockQuantity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ProductRepository.save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newProduct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RETURN "Product added successfully"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41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2C4780-8FCA-0DF2-6A4F-8A9953DA4F91}"/>
              </a:ext>
            </a:extLst>
          </p:cNvPr>
          <p:cNvSpPr txBox="1"/>
          <p:nvPr/>
        </p:nvSpPr>
        <p:spPr>
          <a:xfrm>
            <a:off x="884464" y="340964"/>
            <a:ext cx="61014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In &amp; Stock Out Operations</a:t>
            </a:r>
          </a:p>
          <a:p>
            <a:endParaRPr lang="en-IN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increaseStock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product =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ProductRepository.findById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product is null RETURN "Product not found"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product.stockQuantity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+= quantity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ProductRepository.save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decreaseStock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product =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ProductRepository.findById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IF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product.stockQuantity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quantity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RETURN "Insufficient stock"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product.stockQuantity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-= quantity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ProductRepository.save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  <a:b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07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AFFD-37E7-643B-14C9-DDC4ACFB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294376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BA541-800E-F90C-8DE5-57EA917DB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5033" y="2190296"/>
            <a:ext cx="2261934" cy="3449638"/>
          </a:xfrm>
        </p:spPr>
      </p:pic>
    </p:spTree>
    <p:extLst>
      <p:ext uri="{BB962C8B-B14F-4D97-AF65-F5344CB8AC3E}">
        <p14:creationId xmlns:p14="http://schemas.microsoft.com/office/powerpoint/2010/main" val="19596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209BF-1624-A4D3-A9BE-F533A5195A2C}"/>
              </a:ext>
            </a:extLst>
          </p:cNvPr>
          <p:cNvSpPr txBox="1"/>
          <p:nvPr/>
        </p:nvSpPr>
        <p:spPr>
          <a:xfrm>
            <a:off x="3692980" y="2527599"/>
            <a:ext cx="6101442" cy="90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THANK YOU !!!!!!</a:t>
            </a:r>
            <a:endParaRPr kumimoji="0" lang="en-I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1250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85</TotalTime>
  <Words>995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Gill Sans MT</vt:lpstr>
      <vt:lpstr>Times New Roman</vt:lpstr>
      <vt:lpstr>Wingdings</vt:lpstr>
      <vt:lpstr>Gallery</vt:lpstr>
      <vt:lpstr>INVENTRA – Intelligent Inventory Management System  </vt:lpstr>
      <vt:lpstr>Table of Contents </vt:lpstr>
      <vt:lpstr>Module 1: Authentication Module</vt:lpstr>
      <vt:lpstr>KEY CLASSES - AUTHENTICATION </vt:lpstr>
      <vt:lpstr>AUTHENTICATION MODULE – PSEUDOCODE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Authentication Flow  </vt:lpstr>
      <vt:lpstr>Module 2: Product/Inventory Management </vt:lpstr>
      <vt:lpstr>PowerPoint Presentation</vt:lpstr>
      <vt:lpstr>PowerPoint Presentation</vt:lpstr>
      <vt:lpstr>PowerPoint Presentation</vt:lpstr>
      <vt:lpstr>PowerPoint Presentation</vt:lpstr>
      <vt:lpstr>Layered Architecture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tanoor kiran</dc:creator>
  <cp:lastModifiedBy>tanoor kiran</cp:lastModifiedBy>
  <cp:revision>1</cp:revision>
  <dcterms:created xsi:type="dcterms:W3CDTF">2025-12-25T07:06:10Z</dcterms:created>
  <dcterms:modified xsi:type="dcterms:W3CDTF">2025-12-25T08:31:57Z</dcterms:modified>
</cp:coreProperties>
</file>