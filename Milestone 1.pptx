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86F2-B40B-AAE3-2644-2597A8EC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284" y="3150450"/>
            <a:ext cx="10940716" cy="977621"/>
          </a:xfrm>
        </p:spPr>
        <p:txBody>
          <a:bodyPr>
            <a:no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INVENTRA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Intelligent Inventory Management System</a:t>
            </a:r>
            <a:br>
              <a:rPr lang="en-IN" sz="2600" b="1" dirty="0"/>
            </a:br>
            <a:br>
              <a:rPr lang="en-IN" sz="2600" dirty="0"/>
            </a:br>
            <a:endParaRPr lang="en-IN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8E8D3-103D-DDD7-96D1-EEE76B9B9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9" y="4670694"/>
            <a:ext cx="3340763" cy="977621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Tanoor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kiran</a:t>
            </a:r>
          </a:p>
        </p:txBody>
      </p:sp>
    </p:spTree>
    <p:extLst>
      <p:ext uri="{BB962C8B-B14F-4D97-AF65-F5344CB8AC3E}">
        <p14:creationId xmlns:p14="http://schemas.microsoft.com/office/powerpoint/2010/main" val="311478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BF66-3FAE-A9A1-6708-19B40ACF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391655"/>
            <a:ext cx="9603275" cy="104923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“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36772-3871-E1EB-02C1-2156BFE20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Inventory + Automation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inventory intelligently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tracking stock, sales, purchases, suppliers, and products.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avoids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stock-out/overstock issues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ensures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inventory control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reflects the system’s goal: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“An intelligent platform to automate and optimize inventory operations.”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03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81DF-1CE4-A5CB-2D97-F00B335F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179" y="1325338"/>
            <a:ext cx="9603275" cy="104923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US" sz="2200" b="1" dirty="0"/>
            </a:b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5DDF4-D5DF-C2B9-99A4-90F71BC79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6178" y="2082049"/>
            <a:ext cx="9603275" cy="345061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 the Existing System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is maintained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using Excel or paper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stock entry.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stock updates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sales or purchase.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low-stock items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tracking.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are produced manually, which is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system security and authentication.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98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29AA-7B9B-65A8-3DE3-972C9936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291" y="1391655"/>
            <a:ext cx="9603275" cy="104923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9155A-3E64-9D95-C9EC-254880312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inventory management application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products, suppliers, stock levels, purchase and sales in real-time.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user interface with accurate data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921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E3D3-0225-3976-DCF6-DF0080CE6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082" y="1420535"/>
            <a:ext cx="9603275" cy="104923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CCCA5-FAC6-FB81-3E51-6FBE72F6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281617" cy="329741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Login, token generation, role validation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/ Inventory Management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Add, update, remove items, manage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levels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Alerts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Low stock, expiry alerts, fast/slow moving items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Analytics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Charts, predictions, insights</a:t>
            </a:r>
          </a:p>
        </p:txBody>
      </p:sp>
    </p:spTree>
    <p:extLst>
      <p:ext uri="{BB962C8B-B14F-4D97-AF65-F5344CB8AC3E}">
        <p14:creationId xmlns:p14="http://schemas.microsoft.com/office/powerpoint/2010/main" val="198945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3BDD-C3A6-4B79-8574-6C95E0865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1049235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Configuration</a:t>
            </a:r>
            <a:br>
              <a:rPr lang="en-IN" sz="2200" b="1" dirty="0"/>
            </a:b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5C009-4D21-081C-29C3-D8F69B443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6272"/>
            <a:ext cx="9603275" cy="345061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 or above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8GB or more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: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</a:p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Java </a:t>
            </a:r>
          </a:p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end: 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HTML5+CSS3,Bootstrap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MySQL + MySQL workbench</a:t>
            </a:r>
          </a:p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Eclipse/IntelliJ</a:t>
            </a:r>
          </a:p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 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JAVA17, Spring Boot ,spring MVC, REST API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08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EA5C-04C2-7850-0C30-C03FC02B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104923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1.Authentication Module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5BA72-164C-DAED-F7EB-AB3FF2C35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Authentication Module?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first and most important module of the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users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log in and access the inventory dashboard.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verifies: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 (admin/user)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correct authentication, the system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access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936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2CED-1EB6-B509-8228-7257C19F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736" y="1390135"/>
            <a:ext cx="9603275" cy="1049235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(Authentication Table)</a:t>
            </a:r>
            <a:br>
              <a:rPr lang="en-US" altLang="en-US" sz="2400" b="1" cap="none" dirty="0">
                <a:latin typeface="Arial" panose="020B0604020202020204" pitchFamily="34" charset="0"/>
              </a:rPr>
            </a:br>
            <a:br>
              <a:rPr lang="en-US" altLang="en-US" sz="2400" b="1" cap="none" dirty="0">
                <a:latin typeface="Arial" panose="020B0604020202020204" pitchFamily="34" charset="0"/>
              </a:rPr>
            </a:br>
            <a:r>
              <a:rPr lang="en-US" alt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 users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2E3772-7C5E-6294-B499-440D1A006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701152"/>
              </p:ext>
            </p:extLst>
          </p:nvPr>
        </p:nvGraphicFramePr>
        <p:xfrm>
          <a:off x="1549400" y="2826544"/>
          <a:ext cx="9505949" cy="1828800"/>
        </p:xfrm>
        <a:graphic>
          <a:graphicData uri="http://schemas.openxmlformats.org/drawingml/2006/table">
            <a:tbl>
              <a:tblPr/>
              <a:tblGrid>
                <a:gridCol w="3103033">
                  <a:extLst>
                    <a:ext uri="{9D8B030D-6E8A-4147-A177-3AD203B41FA5}">
                      <a16:colId xmlns:a16="http://schemas.microsoft.com/office/drawing/2014/main" val="3658189443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3250180920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3282812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77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user ID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96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 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217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Encrypted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94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admin/user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710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696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DE3F-0ABA-E408-3F16-F9D4D662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743" y="1391655"/>
            <a:ext cx="9603275" cy="754774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1BF38-93F4-7D52-0042-7E3E85695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class stores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fields like: username, password, email, role.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record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database.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2.AuthController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all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requests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related to login or registration.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endpoints:</a:t>
            </a:r>
          </a:p>
          <a:p>
            <a:pPr lvl="1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/login</a:t>
            </a:r>
          </a:p>
          <a:p>
            <a:pPr lvl="1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/register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input from the user and sends it to the service layer.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06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BE6DE2-F801-7A54-F6B8-D919F191DFAC}"/>
              </a:ext>
            </a:extLst>
          </p:cNvPr>
          <p:cNvSpPr txBox="1"/>
          <p:nvPr/>
        </p:nvSpPr>
        <p:spPr>
          <a:xfrm>
            <a:off x="1164657" y="317634"/>
            <a:ext cx="123861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3.AuthService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authentication logic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user exists, verifies password, handles errors.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repository to fetch user data.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success or failure responses.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JwtProvider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tokens (JSON Web Tokens)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successful login.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 help identify the user during future requests.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methods to: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token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token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username from token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5.UserRepository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with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CRUD operations: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user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user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user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user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get user details.</a:t>
            </a:r>
          </a:p>
        </p:txBody>
      </p:sp>
    </p:spTree>
    <p:extLst>
      <p:ext uri="{BB962C8B-B14F-4D97-AF65-F5344CB8AC3E}">
        <p14:creationId xmlns:p14="http://schemas.microsoft.com/office/powerpoint/2010/main" val="3995502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389882-0C11-4BFC-841B-C273B45D24BA}"/>
              </a:ext>
            </a:extLst>
          </p:cNvPr>
          <p:cNvSpPr txBox="1"/>
          <p:nvPr/>
        </p:nvSpPr>
        <p:spPr>
          <a:xfrm>
            <a:off x="4263991" y="2598003"/>
            <a:ext cx="6102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 !!!</a:t>
            </a:r>
          </a:p>
        </p:txBody>
      </p:sp>
    </p:spTree>
    <p:extLst>
      <p:ext uri="{BB962C8B-B14F-4D97-AF65-F5344CB8AC3E}">
        <p14:creationId xmlns:p14="http://schemas.microsoft.com/office/powerpoint/2010/main" val="28049261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140</TotalTime>
  <Words>566</Words>
  <Application>Microsoft Office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Times New Roman</vt:lpstr>
      <vt:lpstr>Gallery</vt:lpstr>
      <vt:lpstr>INVENTRA – Intelligent Inventory Management System  </vt:lpstr>
      <vt:lpstr>Meaning of “Inventra” </vt:lpstr>
      <vt:lpstr>Existing System </vt:lpstr>
      <vt:lpstr>Proposed System</vt:lpstr>
      <vt:lpstr>Modules</vt:lpstr>
      <vt:lpstr>System Configuration </vt:lpstr>
      <vt:lpstr>1.Authentication Module</vt:lpstr>
      <vt:lpstr>Database Schema (Authentication Table)  Table Name: users</vt:lpstr>
      <vt:lpstr>classes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22K81A12J2 kiran</dc:creator>
  <cp:lastModifiedBy>tanoor kiran</cp:lastModifiedBy>
  <cp:revision>5</cp:revision>
  <dcterms:created xsi:type="dcterms:W3CDTF">2025-12-04T12:18:39Z</dcterms:created>
  <dcterms:modified xsi:type="dcterms:W3CDTF">2026-02-03T17:15:38Z</dcterms:modified>
</cp:coreProperties>
</file>